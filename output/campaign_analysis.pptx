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Data-Driven Political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Thiruvidaimaruthur Constituency (2006–2024)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Vote Share 2021</a:t>
            </a:r>
          </a:p>
        </p:txBody>
      </p:sp>
      <p:pic>
        <p:nvPicPr>
          <p:cNvPr id="3" name="Picture 2" descr="vote_share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